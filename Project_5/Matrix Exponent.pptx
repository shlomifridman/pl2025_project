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97cf875a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97cf875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7cf875a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7cf875a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97cf875a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97cf875a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97cf875a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97cf875a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97cf875a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97cf875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8.jpg"/><Relationship Id="rId6" Type="http://schemas.openxmlformats.org/officeDocument/2006/relationships/image" Target="../media/image2.jpg"/><Relationship Id="rId7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Exponential: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 Series and Norm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Shlomi Fridman, Daniel Feldman</a:t>
            </a:r>
            <a:endParaRPr/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241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53640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Scale down the matrix for calculation to avoid overflow (python)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Find b_k which is an estimation to the dominant eigenvector with approximation of epsilon.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Calculate mu which is an estimation to the absolute value of the dominant eigenvalue, using b_k.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Find M, that fits the condition of the equation: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Calculate the approximation of the matrix exponential using sum of Taylor series from 0 to m (iv)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6. Scale up using repeated squaring back to the original scale (python)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8550" t="0"/>
          <a:stretch/>
        </p:blipFill>
        <p:spPr>
          <a:xfrm>
            <a:off x="4990199" y="2976300"/>
            <a:ext cx="11091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2283" y="1533200"/>
            <a:ext cx="1371934" cy="6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5">
            <a:alphaModFix/>
          </a:blip>
          <a:srcRect b="11273" l="9403" r="0" t="10054"/>
          <a:stretch/>
        </p:blipFill>
        <p:spPr>
          <a:xfrm>
            <a:off x="6143852" y="3548988"/>
            <a:ext cx="1276273" cy="6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6976" y="2241600"/>
            <a:ext cx="1371950" cy="734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58425" y="1621562"/>
            <a:ext cx="2262725" cy="4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Python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Easy and readable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optimized vectorization library (NumPy)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reliance on libraries other than NumPy.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Loading CSV file in one line. (np.loadtext)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3065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Scheme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Separation of the logic to “public” functions and “private” recursive functions that handle the calculations.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 optimized vectorization library (Flomat)</a:t>
            </a:r>
            <a:endParaRPr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Python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Uses an interpreter instead of the compiler which gives a slower execution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Floating point arithmetic precision loss in big numbers, requires scaling down the matrix.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3065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Scheme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Reliance on tail recursion for optimization.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calculation requires a new memory allocation.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Long runtimes compared to python.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Loading and reading a CSV file requires parsing.</a:t>
            </a:r>
            <a:endParaRPr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Techniques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Python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integration of NumPy library for matrix cr</a:t>
            </a:r>
            <a:r>
              <a:rPr lang="en"/>
              <a:t>eation, matrix multiplication,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Scaling down the original matrix to handle large numbers.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73065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Scheme</a:t>
            </a:r>
            <a:endParaRPr b="1" u="sng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Tail recursion for runtime </a:t>
            </a:r>
            <a:r>
              <a:rPr lang="en"/>
              <a:t>optimization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Using Flomat library for vectorization.</a:t>
            </a:r>
            <a:endParaRPr/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Comparisons (Windows 11)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Python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Implementation: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SciPy Implementation: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73065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Scheme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Implementation: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Flomat </a:t>
            </a:r>
            <a:r>
              <a:rPr lang="en"/>
              <a:t>Implementation: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75" y="3117625"/>
            <a:ext cx="3395050" cy="3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00" y="2051000"/>
            <a:ext cx="3231969" cy="3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4938" y="3167475"/>
            <a:ext cx="4101650" cy="291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0650" y="2088130"/>
            <a:ext cx="4030220" cy="3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‹#›</a:t>
            </a:fld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