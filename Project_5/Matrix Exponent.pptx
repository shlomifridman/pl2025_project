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97cf875a1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b97cf875a1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97cf875a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b97cf875a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97cf875a1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97cf875a1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97cf875a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b97cf875a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7cf875a1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7cf875a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Matrix Exponential: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Power Series and Norm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Shlomi Fridman, Daniel Feldman</a:t>
            </a:r>
            <a:endParaRPr/>
          </a:p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Algorithm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Scale down the matrix for calculation to avoid overflow.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2. Find b_k which is an estimation to the dominant eigenvector with approximation of epsilon.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3. Calculate mu which is an estimation to the absolute value of the dominant eigenvalue, using b_k.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4. Find M, that fits the condition of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5. Calculate the approximation of the matrix exponential using sum of Taylor series from 0 to m. 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6. Scale up using repeated squaring back to the original scale.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96954" y="2270200"/>
            <a:ext cx="956750" cy="45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97250" y="3125150"/>
            <a:ext cx="1245634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</a:t>
            </a:r>
            <a:endParaRPr/>
          </a:p>
        </p:txBody>
      </p:sp>
      <p:sp>
        <p:nvSpPr>
          <p:cNvPr id="71" name="Google Shape;71;p15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Easy and readable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optimized vectorization library (NumPy)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 reliance on libraries other than NumPy.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Offers built in time library for runtime measurements.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t/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Separation of the logic to “public” functions and “private” recursive functions that handle the calculations.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An optimized vectorization library (flomat)</a:t>
            </a:r>
            <a:endParaRPr/>
          </a:p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"/>
              <a:t>Disadvantages</a:t>
            </a:r>
            <a:endParaRPr/>
          </a:p>
        </p:txBody>
      </p:sp>
      <p:sp>
        <p:nvSpPr>
          <p:cNvPr id="79" name="Google Shape;79;p16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Uses an interpreter instead of the compiler which gives a slower execution time.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t/>
            </a:r>
            <a:endParaRPr/>
          </a:p>
        </p:txBody>
      </p:sp>
      <p:sp>
        <p:nvSpPr>
          <p:cNvPr id="80" name="Google Shape;80;p16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Reliance on tail recursion for optimization (which is not fun to write).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Each calculation requires a new memory allocation.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Long runtimes compared to python.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Non intuitive syntax.</a:t>
            </a:r>
            <a:endParaRPr/>
          </a:p>
        </p:txBody>
      </p:sp>
      <p:sp>
        <p:nvSpPr>
          <p:cNvPr id="81" name="Google Shape;8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Optimization Techniques</a:t>
            </a:r>
            <a:endParaRPr/>
          </a:p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integration of NumPy library for matrix cr</a:t>
            </a:r>
            <a:r>
              <a:rPr lang="en"/>
              <a:t>eation, matrix multiplication,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Scaling down the original matrix to handle large numbers.</a:t>
            </a:r>
            <a:endParaRPr/>
          </a:p>
        </p:txBody>
      </p:sp>
      <p:sp>
        <p:nvSpPr>
          <p:cNvPr id="88" name="Google Shape;88;p17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Tail recursion for runtime </a:t>
            </a:r>
            <a:r>
              <a:rPr lang="en"/>
              <a:t>optimization</a:t>
            </a:r>
            <a:r>
              <a:rPr lang="en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t/>
            </a:r>
            <a:endParaRPr/>
          </a:p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Comparisons (Windows 11)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Python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Our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SciPy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8"/>
          <p:cNvSpPr txBox="1"/>
          <p:nvPr>
            <p:ph idx="1" type="body"/>
          </p:nvPr>
        </p:nvSpPr>
        <p:spPr>
          <a:xfrm>
            <a:off x="4730650" y="1152475"/>
            <a:ext cx="4260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Our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SciPy Implementation: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475" y="3117625"/>
            <a:ext cx="3395050" cy="34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8000" y="2051000"/>
            <a:ext cx="3231969" cy="340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94938" y="3167475"/>
            <a:ext cx="4101650" cy="29108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30650" y="2088130"/>
            <a:ext cx="4030220" cy="34092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